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12700">
            <a:solidFill>
              <a:srgbClr val="C9A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852160"/>
            <a:ext cx="548640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2025  •  PREMIUM LOGISTICS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SPEEDEX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6C9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Courier Management System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10972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nationwide parcel delivery &amp; hub management platform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speed, transparency, and trust.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87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vision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Opportunity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64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Speedex exists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3675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041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integrated platform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4453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8188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596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Hub, Customer, Rider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40880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487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 web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040880" y="2898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264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parcel journey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40880" y="3675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Insights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4041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040880" y="4453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Speedex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48188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differentiators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040880" y="5230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Closing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5596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Bangladesh, Door to Door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is a full-stack courier management platform that connects customers, hubs, riders, and administrators in one unified system. From parcel booking to last-mile delivery, every step is tracked, transparent, and optimized.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2103120"/>
            <a:ext cx="3657600" cy="384048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6517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 make parcel delivery across Bangladesh faster, safer, and more transparent — for everyone."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4754880"/>
            <a:ext cx="45720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6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Founders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4572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017520" y="5440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Planned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572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486400" y="5440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Today's Courier Falls Short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73152" cy="1691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Tracking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rarely know where their parcel is until it arrives — or doesn't.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73152" cy="1691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Hubs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operate in silos with no real-time inventory of incoming/outgoing parcels.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114800"/>
            <a:ext cx="73152" cy="1691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Operations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receipts, phone-call coordination, and human error at every step.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11480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114800"/>
            <a:ext cx="73152" cy="1691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297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17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Unified Reporting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 single dashboard for revenue, delivery rate, or hub performance.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Parcel. Every Hub.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unifies booking, hub operations, rider dispatch, and customer tracking into a single web application — accessible to every stakeholder with the right role and permissions.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611880" cy="274320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roles, one system. No more spreadsheets or WhatsApp groups.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3611880" cy="274320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4800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parcel status from pickup to delivery, visible to customer and hub.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3383280"/>
            <a:ext cx="3611880" cy="274320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61188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hub to a national network — the platform grows with you.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 Step of the Journey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Parcel Booking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send parcels from anywhere in seconds.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Tracking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tracking ID with real-time status updates.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0392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Manager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3337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Receive, dispatch, return, and update parcel status.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Assignment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dispatch to the right rider for each route.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6344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Control Panel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3440" y="5349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hubs, rates, reports, and settings.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42062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0392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 Analytics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03920" y="5349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delivery rate, hub performance — all in one view.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USER ROLES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Roles. One Seamless System.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679192" cy="393192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2679192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 — users, hubs, pricing, reports, settings.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194560"/>
            <a:ext cx="2679192" cy="393192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2194560"/>
            <a:ext cx="2679192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85032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MANAGER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85032" y="342900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parcels, dispatch riders, update status, manage local ops.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2194560"/>
            <a:ext cx="2679192" cy="393192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194560"/>
            <a:ext cx="2679192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7104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47104" y="342900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parcels, track shipments, view history, manage profile.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34856" y="2194560"/>
            <a:ext cx="2679192" cy="393192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56" y="2194560"/>
            <a:ext cx="2679192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09176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09176" y="342900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9176" y="35661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assignments, update delivery status from the field.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on Modern Web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3657600" cy="6400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27355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+ HTML5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91363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/ Custom Design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55371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(Vanilla)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519379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Icons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219456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2194560"/>
            <a:ext cx="3657600" cy="6400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9160" y="327355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Server-Side Logic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91363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455371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519379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REST-style endpoints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219456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2194560"/>
            <a:ext cx="3657600" cy="6400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549640" y="327355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DB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49640" y="391363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49640" y="455371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for fast lookup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49640" y="519379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Booking to Doorstep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2194560" cy="310896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54864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creates parcel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880360" y="2743200"/>
            <a:ext cx="2194560" cy="310896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703320" y="3520440"/>
            <a:ext cx="54864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Pickup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receives parcel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212080" y="2743200"/>
            <a:ext cx="2194560" cy="310896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54864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between hubs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543800" y="2743200"/>
            <a:ext cx="2194560" cy="310896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8366760" y="3520440"/>
            <a:ext cx="54864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8096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assigned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9875520" y="2743200"/>
            <a:ext cx="2194560" cy="3108960"/>
          </a:xfrm>
          <a:prstGeom prst="rect">
            <a:avLst/>
          </a:prstGeom>
          <a:solidFill>
            <a:srgbClr val="06133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10698480" y="3520440"/>
            <a:ext cx="54864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012680" y="42976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closed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at a Glance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2679192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219456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2194560"/>
            <a:ext cx="2679192" cy="731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377440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10712" y="329184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219456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194560"/>
            <a:ext cx="2679192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2377440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৳ 4.2L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72784" y="329184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34856" y="219456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4856" y="2194560"/>
            <a:ext cx="2679192" cy="731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4856" y="2377440"/>
            <a:ext cx="2679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134856" y="329184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Riders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Performance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46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delivery speed and revenue across every hub.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 Status Funnel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9120" y="470916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846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many parcels are pending, in transit, or delivered.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Trends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0" y="4709160"/>
            <a:ext cx="36576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846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revenue with growth indicators.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DIFFERENTIATORS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Choose Speedex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routing and hub-to-hub transit cuts delivery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27432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parcel is logged, tracked, and accountable — end to end.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0" y="27432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always know where their parcel is. No black boxes.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hub to nationwide, the same system grows with you.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420624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1208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Affordability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1208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 tiers — student, regular, and corporate rates.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4206240"/>
            <a:ext cx="640080" cy="6400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5256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 Support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52560" y="4754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 on call, around the clock, every single day.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Next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657600"/>
            <a:ext cx="1033272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520440"/>
            <a:ext cx="274320" cy="27432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for admin, hub, customer, and rider — fully operational.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520440"/>
            <a:ext cx="274320" cy="27432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4114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&amp; iOS apps for customers and riders.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3520440"/>
            <a:ext cx="274320" cy="27432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Routing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4114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powered route and rider optimization.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32720" y="3520440"/>
            <a:ext cx="274320" cy="27432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2743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4114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regional South Asian delivery corridors.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  •  PREMIUM COURIER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12700">
            <a:solidFill>
              <a:srgbClr val="C9A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852160"/>
            <a:ext cx="548640" cy="548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GRATITUDE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1097280" y="3566160"/>
            <a:ext cx="10972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C9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ideas, or partnerships — we'd love to hear from you.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speedex.com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937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4937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info@speedex.com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5303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+880 1700-000000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5669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12, Road 5, Dhanmondi, Dhaka-1205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Speedex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Speedex Courier</dc:title>
  <dc:subject>PptxGenJS Presentation</dc:subject>
  <dc:creator>PptxGenJS</dc:creator>
  <cp:lastModifiedBy>PptxGenJS</cp:lastModifiedBy>
  <cp:revision>1</cp:revision>
  <dcterms:created xsi:type="dcterms:W3CDTF">2026-05-08T19:08:13Z</dcterms:created>
  <dcterms:modified xsi:type="dcterms:W3CDTF">2026-05-08T19:08:13Z</dcterms:modified>
</cp:coreProperties>
</file>